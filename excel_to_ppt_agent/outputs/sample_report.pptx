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10452.0</c:v>
                </c:pt>
                <c:pt idx="1">
                  <c:v>10258.0</c:v>
                </c:pt>
                <c:pt idx="2">
                  <c:v>10805.0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East</c:v>
                </c:pt>
                <c:pt idx="2">
                  <c:v>West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8095.0</c:v>
                </c:pt>
                <c:pt idx="1">
                  <c:v>7946.0</c:v>
                </c:pt>
                <c:pt idx="2">
                  <c:v>7830.0</c:v>
                </c:pt>
                <c:pt idx="3">
                  <c:v>7644.0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3008.0</c:v>
                </c:pt>
                <c:pt idx="1">
                  <c:v>2632.0</c:v>
                </c:pt>
                <c:pt idx="2">
                  <c:v>2355.0</c:v>
                </c:pt>
                <c:pt idx="3">
                  <c:v>3120.0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2114.0</c:v>
                </c:pt>
                <c:pt idx="1">
                  <c:v>2916.0</c:v>
                </c:pt>
                <c:pt idx="2">
                  <c:v>3028.0</c:v>
                </c:pt>
                <c:pt idx="3">
                  <c:v>2337.0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2824.0</c:v>
                </c:pt>
                <c:pt idx="1">
                  <c:v>2096.0</c:v>
                </c:pt>
                <c:pt idx="2">
                  <c:v>2712.0</c:v>
                </c:pt>
                <c:pt idx="3">
                  <c:v>2373.0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Sales: 31,515</a:t>
            </a:r>
          </a:p>
          <a:p>
            <a:pPr/>
            <a:r>
              <a:t>Trend: up 3.4% from first to last month</a:t>
            </a:r>
          </a:p>
          <a:p>
            <a:pPr/>
            <a:r>
              <a:t>Top Region by Sales: South: 8,095, East: 7,946, West: 7,830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Region and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371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31,515.00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2,335.00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